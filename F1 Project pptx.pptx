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59F1109D-8B4C-4825-A148-24E9280199C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F1_Race_Intelligence_UserData_Compat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A1C3E70-8AF3-4C7B-B8D4-3F1A65F4EEA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27-10-2026 12:56:40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nstructor Points Trend" id="2" name="slide2">
            <a:extLst>
              <a:ext uri="{FF2B5EF4-FFF2-40B4-BE49-F238E27FC236}">
                <a16:creationId xmlns:a16="http://schemas.microsoft.com/office/drawing/2014/main" id="{25B2EA2A-1D40-4B61-B2C6-A6DFED7257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406" y="0"/>
            <a:ext cx="88591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yre Compound Outcomes" id="3" name="slide3">
            <a:extLst>
              <a:ext uri="{FF2B5EF4-FFF2-40B4-BE49-F238E27FC236}">
                <a16:creationId xmlns:a16="http://schemas.microsoft.com/office/drawing/2014/main" id="{563B5E01-F656-4E19-A90A-E7CB6CCAE2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68" y="0"/>
            <a:ext cx="89078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NF Reasons by Team" id="4" name="slide4">
            <a:extLst>
              <a:ext uri="{FF2B5EF4-FFF2-40B4-BE49-F238E27FC236}">
                <a16:creationId xmlns:a16="http://schemas.microsoft.com/office/drawing/2014/main" id="{816DE6B7-020A-4F3B-A2E0-85ADD1ADB1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68" y="0"/>
            <a:ext cx="89078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diums by Driver" id="5" name="slide5">
            <a:extLst>
              <a:ext uri="{FF2B5EF4-FFF2-40B4-BE49-F238E27FC236}">
                <a16:creationId xmlns:a16="http://schemas.microsoft.com/office/drawing/2014/main" id="{3ED1A2E3-B447-46C9-8D1B-3B74160D731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287" y="0"/>
            <a:ext cx="77774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iver Points Leaderboard" id="6" name="slide6">
            <a:extLst>
              <a:ext uri="{FF2B5EF4-FFF2-40B4-BE49-F238E27FC236}">
                <a16:creationId xmlns:a16="http://schemas.microsoft.com/office/drawing/2014/main" id="{6F3E1579-6B26-4D48-A08F-D16B4724EB1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287" y="0"/>
            <a:ext cx="77774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nd Prix Hosts by Country" id="7" name="slide7">
            <a:extLst>
              <a:ext uri="{FF2B5EF4-FFF2-40B4-BE49-F238E27FC236}">
                <a16:creationId xmlns:a16="http://schemas.microsoft.com/office/drawing/2014/main" id="{3868B551-6E3D-4FAD-B2C9-8E13B1D491F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287" y="0"/>
            <a:ext cx="77774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iver Reliability by Driver" id="8" name="slide8">
            <a:extLst>
              <a:ext uri="{FF2B5EF4-FFF2-40B4-BE49-F238E27FC236}">
                <a16:creationId xmlns:a16="http://schemas.microsoft.com/office/drawing/2014/main" id="{1C82D82C-F2A4-42E7-A8FE-D0A3ACD2A04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068" y="0"/>
            <a:ext cx="89078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1 Race Intelligence — Provided Dataset" id="9" name="slide9">
            <a:extLst>
              <a:ext uri="{FF2B5EF4-FFF2-40B4-BE49-F238E27FC236}">
                <a16:creationId xmlns:a16="http://schemas.microsoft.com/office/drawing/2014/main" id="{4FFDDD44-8434-42FF-B106-C9FE8B9FBA1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016" y="0"/>
            <a:ext cx="88779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oadcast &amp;amp; Reliability — Provided Dataset" id="10" name="slide10">
            <a:extLst>
              <a:ext uri="{FF2B5EF4-FFF2-40B4-BE49-F238E27FC236}">
                <a16:creationId xmlns:a16="http://schemas.microsoft.com/office/drawing/2014/main" id="{4A70CC31-6C68-40DE-8A18-1607120E6CD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016" y="0"/>
            <a:ext cx="88779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2026-10-27T07:26:40Z</dcterms:created>
  <dcterms:modified xsi:type="dcterms:W3CDTF">2026-10-27T07:26:40Z</dcterms:modified>
</cp:coreProperties>
</file>